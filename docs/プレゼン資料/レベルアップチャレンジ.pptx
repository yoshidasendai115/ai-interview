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レベルアップチャレンジ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>
                <a:solidFill>
                  <a:srgbClr val="336699"/>
                </a:solidFill>
              </a:defRPr>
            </a:pPr>
            <a:r>
              <a:t>高得点で上位レベルに挑戦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011680"/>
            <a:ext cx="1371600" cy="137160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N3</a:t>
            </a:r>
          </a:p>
          <a:p>
            <a:pPr algn="ctr">
              <a:defRPr sz="1200">
                <a:solidFill>
                  <a:srgbClr val="DCF0FF"/>
                </a:solidFill>
              </a:defRPr>
            </a:pPr>
            <a:r>
              <a:t>申告レベル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35870"/>
            <a:ext cx="9144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>
                <a:solidFill>
                  <a:srgbClr val="969696"/>
                </a:solidFill>
              </a:defRPr>
            </a:pPr>
            <a:r>
              <a:rPr dirty="0"/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45920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AI面接実施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011680"/>
            <a:ext cx="1645920" cy="1371600"/>
          </a:xfrm>
          <a:prstGeom prst="round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2194560"/>
            <a:ext cx="1645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N3結果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70点</a:t>
            </a:r>
          </a:p>
          <a:p>
            <a:pPr algn="ctr">
              <a:defRPr sz="1200">
                <a:solidFill>
                  <a:srgbClr val="FFFF96"/>
                </a:solidFill>
              </a:defRPr>
            </a:pPr>
            <a:r>
              <a:t>★高得点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35870"/>
            <a:ext cx="9144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>
                <a:solidFill>
                  <a:srgbClr val="009664"/>
                </a:solidFill>
              </a:defRPr>
            </a:pPr>
            <a:r>
              <a:rPr dirty="0"/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45920"/>
            <a:ext cx="1463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009664"/>
                </a:solidFill>
              </a:defRPr>
            </a:pPr>
            <a:r>
              <a:t>チャレンジ解放!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0" y="2011680"/>
            <a:ext cx="1371600" cy="1371600"/>
          </a:xfrm>
          <a:prstGeom prst="ellipse">
            <a:avLst/>
          </a:prstGeom>
          <a:solidFill>
            <a:srgbClr val="C8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228600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N2</a:t>
            </a:r>
          </a:p>
          <a:p>
            <a:pPr algn="ctr">
              <a:defRPr sz="1200">
                <a:solidFill>
                  <a:srgbClr val="FFE6C8"/>
                </a:solidFill>
              </a:defRPr>
            </a:pPr>
            <a:r>
              <a:t>チャレンジ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35870"/>
            <a:ext cx="6400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>
                <a:solidFill>
                  <a:srgbClr val="969696"/>
                </a:solidFill>
              </a:defRPr>
            </a:pPr>
            <a:r>
              <a:rPr dirty="0"/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645920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AI面接実施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011680"/>
            <a:ext cx="1371600" cy="1371600"/>
          </a:xfrm>
          <a:prstGeom prst="roundRect">
            <a:avLst/>
          </a:prstGeom>
          <a:solidFill>
            <a:srgbClr val="9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2194560"/>
            <a:ext cx="1371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N2結果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50点</a:t>
            </a:r>
          </a:p>
          <a:p>
            <a:pPr algn="ctr">
              <a:defRPr sz="1200">
                <a:solidFill>
                  <a:srgbClr val="E6C8E6"/>
                </a:solidFill>
              </a:defRPr>
            </a:pPr>
            <a:r>
              <a:t>挑戦中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8229600" cy="2286000"/>
          </a:xfrm>
          <a:prstGeom prst="roundRect">
            <a:avLst/>
          </a:prstGeom>
          <a:solidFill>
            <a:srgbClr val="FFFAF0"/>
          </a:solidFill>
          <a:ln w="25400"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966432"/>
                </a:solidFill>
              </a:defRPr>
            </a:pPr>
            <a:r>
              <a:t>レベルアップチャレンジの仕組み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6432"/>
                </a:solidFill>
              </a:defRPr>
            </a:pPr>
            <a:r>
              <a:t>💡 高得点基準: 申告レベルで70点以上を取得すると、上位レベルへのチャレンジが解放されます</a:t>
            </a:r>
          </a:p>
          <a:p>
            <a:pPr>
              <a:spcAft>
                <a:spcPts val="800"/>
              </a:spcAft>
              <a:defRPr sz="1400">
                <a:solidFill>
                  <a:srgbClr val="005293"/>
                </a:solidFill>
              </a:defRPr>
            </a:pPr>
            <a:r>
              <a:t>💡 実力測定: 実力を正確に測定し、ユーザーに最適なレベルを特定します</a:t>
            </a:r>
          </a:p>
          <a:p>
            <a:pPr>
              <a:spcAft>
                <a:spcPts val="800"/>
              </a:spcAft>
              <a:defRPr sz="1400">
                <a:solidFill>
                  <a:srgbClr val="965096"/>
                </a:solidFill>
              </a:defRPr>
            </a:pPr>
            <a:r>
              <a:t>💡 採用時の価値: 上位レベルでも高得点なら、申告以上の実力があることを証明できます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</Words>
  <Application>Microsoft Macintosh PowerPoint</Application>
  <PresentationFormat>画面に合わせる (4:3)</PresentationFormat>
  <Paragraphs>22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吉田成一</cp:lastModifiedBy>
  <cp:revision>2</cp:revision>
  <dcterms:created xsi:type="dcterms:W3CDTF">2013-01-27T09:14:16Z</dcterms:created>
  <dcterms:modified xsi:type="dcterms:W3CDTF">2026-02-04T01:35:23Z</dcterms:modified>
  <cp:category/>
</cp:coreProperties>
</file>